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44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554480" cy="548640"/>
          </a:xfrm>
          <a:prstGeom prst="rect">
            <a:avLst/>
          </a:prstGeom>
          <a:solidFill>
            <a:srgbClr val="DC0028"/>
          </a:solidFill>
          <a:ln>
            <a:solidFill>
              <a:srgbClr val="DC0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411480"/>
            <a:ext cx="3291840" cy="548640"/>
          </a:xfrm>
          <a:prstGeom prst="rect">
            <a:avLst/>
          </a:prstGeom>
          <a:solidFill>
            <a:srgbClr val="00579C"/>
          </a:solidFill>
          <a:ln>
            <a:solidFill>
              <a:srgbClr val="005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Universidad de Málaga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411480"/>
            <a:ext cx="1645920" cy="54864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SAMSUNG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5491"/>
                </a:solidFill>
              </a:rPr>
              <a:t>Samsung Innovation Campus |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348"/>
                </a:solidFill>
              </a:rPr>
              <a:t>AccessAI</a:t>
            </a:r>
            <a:br/>
            <a:r>
              <a:rPr sz="2600" b="1">
                <a:solidFill>
                  <a:srgbClr val="0F2348"/>
                </a:solidFill>
              </a:rPr>
              <a:t>AI-Based Urban Accessibility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04A5A"/>
                </a:solidFill>
              </a:rPr>
              <a:t>Vision AI prototype for identifying sidewalks, ramps, and urban accessibility barriers.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645920"/>
            <a:ext cx="2651760" cy="21945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YOLOv8n</a:t>
            </a:r>
            <a:br/>
            <a:r>
              <a:rPr sz="1800" b="1">
                <a:solidFill>
                  <a:srgbClr val="FFFFFF"/>
                </a:solidFill>
              </a:rPr>
              <a:t>+ 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E6D"/>
                </a:solidFill>
              </a:rPr>
              <a:t>ONCE  |  Universidad de Málaga  |  Samsung Innovation Campus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1. 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Urban accessibility is often hidden behind seemingly accessible maps and streets.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9377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7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109728"/>
          </a:xfrm>
          <a:prstGeom prst="rect">
            <a:avLst/>
          </a:prstGeom>
          <a:solidFill>
            <a:srgbClr val="257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Many sidewalks appear accessible on paper maps, but people with reduced mobility may face barriers such as missing ramps, uneven surfaces, curbs, and obstacles in public spaces.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577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577840" cy="109728"/>
          </a:xfrm>
          <a:prstGeom prst="rect">
            <a:avLst/>
          </a:prstGeom>
          <a:solidFill>
            <a:srgbClr val="17A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5727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01168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Develop an AI prototype that detects accessibility-related elements in urban images and supports future navigation tools for wheelchair users, pedestrians, and urban planners.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D2939"/>
                </a:solidFill>
                <a:latin typeface="Aptos"/>
              </a:rPr>
              <a:t>Goal: detect sidewalks and access ramps in initial prototype.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D2939"/>
                </a:solidFill>
                <a:latin typeface="Aptos"/>
              </a:rPr>
              <a:t>Future scope: obstacles, curbs, deteriorated surfaces, stairs, and geolocated urban accessibility 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2. Data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Public urban data and computer vision applied to a real-world accessibility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9496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Project Sidewalk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Sidewalk Accessibility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Cityscapes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Public dataset review for image quality, class balance, annotation quality, and object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109728"/>
          </a:xfrm>
          <a:prstGeom prst="rect">
            <a:avLst/>
          </a:prstGeom>
          <a:solidFill>
            <a:srgbClr val="58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Supervised learning with computer vision.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1) Data cleaning and split.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2) Training and validation.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3) YOLOv8n for object detection.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4) Evaluation with precision, recall, F1 and mAP.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5) Prototype deployment with image input and annotated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3. Workflow and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From data collection to image-based accessibility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011680" cy="1143000"/>
          </a:xfrm>
          <a:prstGeom prst="roundRect">
            <a:avLst/>
          </a:prstGeom>
          <a:solidFill>
            <a:srgbClr val="1E346E"/>
          </a:solidFill>
          <a:ln>
            <a:solidFill>
              <a:srgbClr val="1E3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2011680" cy="1143000"/>
          </a:xfrm>
          <a:prstGeom prst="round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011680"/>
            <a:ext cx="2011680" cy="1143000"/>
          </a:xfrm>
          <a:prstGeom prst="roundRect">
            <a:avLst/>
          </a:prstGeom>
          <a:solidFill>
            <a:srgbClr val="309A67"/>
          </a:solidFill>
          <a:ln>
            <a:solidFill>
              <a:srgbClr val="30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  <a:br/>
            <a:r>
              <a:rPr sz="160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1920240" cy="1143000"/>
          </a:xfrm>
          <a:prstGeom prst="roundRect">
            <a:avLst/>
          </a:prstGeom>
          <a:solidFill>
            <a:srgbClr val="9F5FFF"/>
          </a:solidFill>
          <a:ln>
            <a:solidFill>
              <a:srgbClr val="9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011680"/>
            <a:ext cx="1645920" cy="1143000"/>
          </a:xfrm>
          <a:prstGeom prst="roundRect">
            <a:avLst/>
          </a:prstGeom>
          <a:solidFill>
            <a:srgbClr val="E8614C"/>
          </a:solidFill>
          <a:ln>
            <a:solidFill>
              <a:srgbClr val="E86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Prototype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02920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06640" y="2560320"/>
            <a:ext cx="36576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692640" y="2560320"/>
            <a:ext cx="274320" cy="0"/>
          </a:xfrm>
          <a:prstGeom prst="rightArrow">
            <a:avLst/>
          </a:prstGeom>
          <a:solidFill>
            <a:srgbClr val="3D5C7D"/>
          </a:solidFill>
          <a:ln>
            <a:solidFill>
              <a:srgbClr val="3D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840480"/>
            <a:ext cx="10149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07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840480"/>
            <a:ext cx="10149840" cy="109728"/>
          </a:xfrm>
          <a:prstGeom prst="rect">
            <a:avLst/>
          </a:prstGeom>
          <a:solidFill>
            <a:srgbClr val="507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04164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System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8056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Input image -&gt; cleaning and labeling -&gt; YOLO object detection -&gt; confidence threshold -&gt; annotated image with accessibility classes and bounding boxes -&gt; possible future integration with urban maps and accessible-route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4. Results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Prototype ready to process urban images and highlight detected accessibility elements.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6576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57600" cy="109728"/>
          </a:xfrm>
          <a:prstGeom prst="rect">
            <a:avLst/>
          </a:prstGeom>
          <a:solidFill>
            <a:srgbClr val="19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Current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The project includes a Python demo script that loads a YOLO model and processes an input image to identify accessible urban elements. The output is an annotated image with detected bounding boxes and class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747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7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3474720" cy="109728"/>
          </a:xfrm>
          <a:prstGeom prst="rect">
            <a:avLst/>
          </a:prstGeom>
          <a:solidFill>
            <a:srgbClr val="2C7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727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Initial focus: sidewalks and access ramps.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Goal: detect the main urban accessibility barriers automatically.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Potential expansion to stairs, obstacles, and poor surface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7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109728"/>
          </a:xfrm>
          <a:prstGeom prst="rect">
            <a:avLst/>
          </a:prstGeom>
          <a:solidFill>
            <a:srgbClr val="B57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7276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Demo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Example command: python accessai_demo.py --image imagen.jpg</a:t>
            </a:r>
            <a:br/>
            <a:r>
              <a:rPr sz="1200">
                <a:solidFill>
                  <a:srgbClr val="374354"/>
                </a:solidFill>
                <a:latin typeface="Aptos"/>
              </a:rPr>
              <a:t>Model output saved as an annotated image for visualization and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348"/>
                </a:solidFill>
              </a:rPr>
              <a:t>5. Impact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A697D"/>
                </a:solidFill>
              </a:rPr>
              <a:t>A practical AI tool with inclusive, social and urban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566160" cy="109728"/>
          </a:xfrm>
          <a:prstGeom prst="rect">
            <a:avLst/>
          </a:prstGeom>
          <a:solidFill>
            <a:srgbClr val="5E5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Accomplishments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Establishes a working computer vision project proposal for urban accessibility analysis. Produces a practical AI prototype and a clear roadmap for future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5661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7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71600"/>
            <a:ext cx="3566160" cy="109728"/>
          </a:xfrm>
          <a:prstGeom prst="rect">
            <a:avLst/>
          </a:prstGeom>
          <a:solidFill>
            <a:srgbClr val="227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7276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Helps support people with reduced mobility. Contributes to safer public spaces and better accessibility planning. Provides a foundation for route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017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017520" cy="109728"/>
          </a:xfrm>
          <a:prstGeom prst="rect">
            <a:avLst/>
          </a:prstGeom>
          <a:solidFill>
            <a:srgbClr val="DC7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7276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102348"/>
                </a:solidFill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74354"/>
                </a:solidFill>
                <a:latin typeface="Aptos"/>
              </a:rPr>
              <a:t>Expand dataset and labels. Improve detection of obstacles and ramps. Add georeferenced mapping and a user-facing mobile or web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